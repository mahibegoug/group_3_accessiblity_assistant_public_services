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f65babb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f65babb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f65babb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f65babb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f65babb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f65babb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f65babbc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f65babbc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900"/>
              <a:t>Accessibility Assistant for Public Services</a:t>
            </a:r>
            <a:endParaRPr b="1" sz="2900"/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25550" y="257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</a:rPr>
              <a:t>Public Places and buildings</a:t>
            </a:r>
            <a:endParaRPr sz="3500"/>
          </a:p>
        </p:txBody>
      </p:sp>
      <p:pic>
        <p:nvPicPr>
          <p:cNvPr id="56" name="Google Shape;56;p13" title="LOCKUP_HORIZONTAL_25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800" y="3713700"/>
            <a:ext cx="4566124" cy="10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e4ai.orgBlack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00" y="3294950"/>
            <a:ext cx="1228800" cy="1600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0150" y="185576"/>
            <a:ext cx="3286402" cy="126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Identification of Problem and Stakeholders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4125" y="2068921"/>
            <a:ext cx="779625" cy="77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2100" y="1910450"/>
            <a:ext cx="1025050" cy="10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5145" y="2848559"/>
            <a:ext cx="1025050" cy="102506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311700" y="1249325"/>
            <a:ext cx="6884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Make the public service and government web site </a:t>
            </a:r>
            <a:r>
              <a:rPr lang="en" sz="1800">
                <a:solidFill>
                  <a:schemeClr val="dk2"/>
                </a:solidFill>
              </a:rPr>
              <a:t>accessible to different subgroups: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Newcomers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Disabilities (motor, cognitive, vision)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Language barriers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Considerations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42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 privacy risk (no contain PII)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Bias and fairness (distinguish between not accessible and not available)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Accountability : Make sure recommendation are based on uptodate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  <p:pic>
        <p:nvPicPr>
          <p:cNvPr id="76" name="Google Shape;76;p15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163250" y="294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Aspect</a:t>
            </a:r>
            <a:endParaRPr/>
          </a:p>
        </p:txBody>
      </p:sp>
      <p:pic>
        <p:nvPicPr>
          <p:cNvPr id="82" name="Google Shape;82;p16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426" y="867400"/>
            <a:ext cx="6278350" cy="418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 Support concurrent users without slowing down the application.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 Scale backend services horizontally.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 Keep the React frontend and FastAPI backend independently deployable.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 Protect the system from failures in translation, summarization, recommendation, speech, or dataset services.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 Use health checks and load balancing to reduce downtime.</a:t>
            </a:r>
            <a:endParaRPr sz="2000"/>
          </a:p>
        </p:txBody>
      </p:sp>
      <p:pic>
        <p:nvPicPr>
          <p:cNvPr id="90" name="Google Shape;90;p17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